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Mini-deck de apoio. Uso sugerido: ao final da Aula 2, quando o painel v2 já roda e há algo de verdade para publicar. O TP1 será entregue como repositório.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1 e 7]. [ASK: quem já perdeu trabalho por salvar por cima?] Git foi criado por Linus Torvalds para o kernel do Linux, mas versiona qualquer arquivo. [1–4]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2 p.47 e cap. 7 'The Interaction Between Local and Remote Repositories']. Erro clássico do aluno: commitar e achar que já está no GitHub. [4–7]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2 — o 'Git Diagram']. Working directory = a bancada, onde você edita. Staging area = rascunho do próximo commit (o arquivo index no .git). Commit history = as versões salvas. Detalhe importante: git add COPIA o arquivo para o staging, não move. [7–10]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3 e Ap. B]. git status NUNCA muda nada — pode rodar à vontade; é a bússola. git add -A adiciona tudo que mudou. Boa mensagem = o QUE mudou nesta versão ('coleta via API'), não 'ajustes'. Agrupe mudanças relacionadas num commit. [10–14]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7]. user.name/user.email ficam gravados em cada commit — use um e-mail que você não se importe de expor. 'origin' é só o APELIDO da URL do remoto. O repositório remoto deve nascer VAZIO, senão o primeiro push é rejeitado. Autenticação HTTPS no GitHub: NÃO é a senha da conta — é um personal access token [cap. 6]. [14–18]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Amarra com o anti-padrão da Aula 2 ('nunca hardcode a chave' [Esppenchutz, p70]). Neste repositório da disciplina, o .gitignore exclui Refs/ (livros com direitos autorais) e .venv/. Mostre o arquivo. [18–21]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8 e 9]. Conecta com a trilha Colab (aula-0X-colab/). Se dois commits tocaram a MESMA linha, o Git pede que você decida — é o conflito. [21–25]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[Skoulikari, cap. 4, 5, 10 e 12]. Slide de horizonte — não gaste tempo aqui se o relógio apertar. APROFUNDAMENTO. [25–28]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Pré-requisito: git config --global user.name/user.email feito. Erro mais comum: repositório remoto criado COM README → push rejeitado (resolva com git pull --rebase ou recrie vazio). Segundo mais comum: pedir a senha da conta no HTTPS — é o personal access token. [28–38]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Git e GitHub: o 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2 · complemento (~20 min)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versionar o projeto?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Git é um sistema de controle de versão: guarda o histórico do projeto e permite colaborar.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Histórico: cada versão salva é um commit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volta a qualquer ponto e compara duas versões.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Fim do 'app_v2_final_agora_vai.py' na pasta.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Backup fora do seu computador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HD queimou, notebook sumiu: o projeto continua no GitHub.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você abre o mesmo projeto de outra máquina.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Colaboração sem sobrescrever ninguém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Duas pessoas trabalham ao mesmo tempo e o Git integra depois.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assim que o painel vira trabalho de equipe nas próximas etapas.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No TP1, o repositório mostra o seu PROCESSO — não só o resultado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Repositório local × repositório remoto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São dois repositórios separados — e nada sincroniza sozinho entre eles.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Local: a pasta do projeto + o diretório oculto .git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.git guarda todo o histórico. Nunca edite nada lá dentro.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Some o .git, some o histórico (os arquivos ficam).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Remoto: hospedado num serviço (GitHub, GitLab, Bitbucket)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 cópia na nuvem — e o link que você entrega no TP1.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Pode ser público (todos veem) ou privado (só quem você autorizar).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Nenhuma atualização é automática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Nada sobe nem desce sem você rodar um comando (push/pull).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Salvar o arquivo ≠ fazer commit ≠ publicar no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Salvou ≠ commitou ≠ publicou. São três passos distintos e explícitos.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As quatro áreas do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Working directory → staging area → commit history (no repositório local) → repositório remoto.</a:t>
            </a:r>
          </a:p>
        </p:txBody>
      </p:sp>
      <p:pic>
        <p:nvPicPr>
          <p:cNvPr id="8" name="Picture 7" descr="diagrama_git_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85" y="2057400"/>
            <a:ext cx="9992332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ciclo do dia a 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status                              # o que mudou? o que está no staging?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add app.py src/data_access.py       # escolho o que entra no commit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commit -m "coleta via API do IBGE"  # salva a versão (no repo LOCAL)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log --oneline                       # os commits, do mais novo ao antigo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push                                # envia os commits para o GitHub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'commit early, commit often': no começo, muitos commits &gt; poucos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Do zero ao GitHub, em 3 passos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config --global user.name "Seu Nome"          # 1x por computador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config --global user.email "voce@email.com"   # idem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1) criar o repositório local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init -b main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add -A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commit -m "primeira versão do painel"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2) conectar ao remoto (crie no GitHub um repositório VAZIO, sem README)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remote add origin https://github.com/voce/painel-ods.git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3) enviar  (-u define o padrão: depois basta 'git push')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push -u origin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NÃO entra no repositório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Versionar é escolher: código e documentos, sim; segredos e lixo, nunca.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Segredos: chaves de API, .env, senhas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vez commitado, fica no histórico mesmo se você apagar depois.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Ambiente e cache: .venv/, __pycache__/, .ipynb_checkpoints/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São recriáveis por um comando e só poluem o histórico.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Dados brutos pesados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Versione o CÓDIGO que coleta, não o CSV de 200 MB — exceto uma amostra.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Como se faz: o arquivo .gitignore na raiz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linha por padrão a ignorar; o Git passa a fingir que eles não existem.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Regra prática: se dá para recriar com um comando, não versione. Segredo, jamais.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Trabalhando em duas máquinas (e com o Colab)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mesmo projeto na faculdade, em casa e no Google Colab — sem pendrive.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git clone &lt;URL&gt;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Baixa o repositório remoto e cria um repositório local na outra máquina.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 segunda forma de começar um projeto (a outra é git init).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git pull antes de começar, git push ao terminar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pull traz o que mudou no remoto; push envia o que você fez.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Esse hábito evita a maioria dos conflitos.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Colab abre notebooks direto do GitHub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que o badge 'Open in Colab' faz: lê o .ipynb do repositório.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Repositório privado → é preciso autorizar o Colab a acessar sua conta.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pull no começo, push no fim: o repositório é o que sincroniza os seus ambientes.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Branches e Pull Request (o próximo passo)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Quando o projeto tem mais de uma pessoa, ninguém trabalha direto na main.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Branch = linha de trabalho paralela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git switch -c coleta-api: você experimenta sem quebrar a versão que funciona.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Pull Request (PR) = pedido de integração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propõe juntar sua branch à main; o time revisa antes. No GitLab: Merge Request.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Conflito de merge não é erro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Acontece quando duas branches editam a mesma linha; o Git pede a sua decisão.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No TP1 individual, main + commits frequentes bastam. Branch/PR: quando houver equipe.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Sua vez — publique o painel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1) git init -b main · git add -A · git commit -m "painel v2"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2) Crie no GitHub um repositório VAZIO e PRIVADO · git remote add origin &lt;URL&gt;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3) git push -u origin main · confira os arquivos no site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Cole o link do repositório no chat — ele será a base do TP1.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10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