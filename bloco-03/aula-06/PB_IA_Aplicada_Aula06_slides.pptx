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Boas-vindas. Hoje quem decide o recorte deixa de ser você. [0–1]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Colha as URLs do bilhete de saída. Abra 2-3 ao vivo. Quem travou recebe atendimento em paralelo ou faz dupla. [1–4]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v4 (case-study.md). [BOARD: link resolveu a distribuição → gargalo = você] [4–6]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virada: até ontem VOCÊ decidia o recorte; a partir de hoje, quem usa decide. [6–8]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Transversal: IA como copiloto (com uma ressalva forte hoje — ver slide de APIs). [8–10]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 isto, o Streamlit parece aleatório. Com isto, tudo é consequência. [11]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[ASK: se não há callback, como o app sabe que houve clique? → não sabe] Citação exata: Richards, p87. [11–15]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o ciclo e depois as três consequências da faixa amarela. [15–17]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AO VIVO (passo03_rerun.py) antes de explicar. Verificado com AppTest: 3 cliques → valor 1. Deixe a turma tentar explicar primeiro. [17–20]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Momento de conexão com a Aula 2: o @st.cache_data foi vendido como 'não martelar a API'; agora ele tem uma razão estrutural. [20–22]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é o mapa do resto da aula. [22–23]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Peer instruction. RESPOSTA: B. Rode passo03_rerun.py ANTES de explicar. Gabarito e variação (com session_state → 3) em activities-key.md. [23–30]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Código GUIADO: passo01 e passo02 já existem e foram testados. [30]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[ASK: qual desses eu já usei sem explicar direito? → multiselect, na Aula 2] [30–34]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passo01_widgets_basicos.py e rode. Note que filtrar/ordenar vivem em src/transformacoes.py — a interface só passa parâmetros. [34–38]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isso em voz alta. É um dos momentos de honestidade intelectual da disciplina. [38–41]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Tropeço 3 do case-study, real. [ASK: onde MAIS um widget recebe parâmetro calculado? → options do selectbox: lista vazia também quebra]. [41–44]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APROFUNDAMENTO. Rodável em passo02_slider_e_entradas.py. [44–47]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ANTI-PADRÕES. [47–52]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Código guiado: passos 4, 5 e 6, e depois o app v4. [52]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passo04_form.py: ele CONTA os reruns dos dois lados. Esquerda +4, direita +1. [52–56]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Regras VERIFICADAS no Streamlit 1.61: st.button comum dentro do form → exceção; form_submit_button fora de um form → exceção; form SEM submit → NÃO dá erro, só não funciona (defeito silencioso — o pior tipo). [56–60]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CAMADA CRÍTICA. [ASK: o multiselect da Aula 2 deveria estar num form?] [60–62]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Tropeço 1 do case-study. A causa não é lógica: é a linha favoritas = [] sendo reexecutada antes do if. [62–65]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🐛 Esquecer a inicialização → KeyError no primeiro carregamento (tropeço 2, real). Escopo: dura a SESSÃO; F5 apaga [Raghavendra, p183]; cada usuário tem a sua. [ASK: dois colegas abrindo a sua URL veem as mesmas UFs no comparador? → não]. A linha 3 recebe `dados` (base COMPLETA), não `filtrados` — é o próximo slide. [65–68]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 AO VIVO: marque SP e AC, aplique o filtro só Sudeste, mostre o aviso 'No comparador, mas fora do filtro atual: AC'. É a prova de que o session_state faz trabalho real. Este slide nasceu de uma crítica ao próprio demo — conte isso. [68–70]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CAMADA CRÍTICA. Foi assim que o use_container_width saiu do demo desta etapa. [68–70]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Tropeço 4 do case-study. [Raghavendra, p178 · Richards, p77: 'encourage the user to make some changes']. O aviso precisa ser ACIONÁVEL: diga o que fazer. [70–73]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APROFUNDAMENTO. Rodável em passo06_fluxo_e_feedback.py. [73–75]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PRINCÍPIO (extensão da separação de camadas da Aula 2). [75–76]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Depuração em duplas. Gabarito em activities-key.md: botão dentro do form (quebra), lista fora do session_state (engana), sem checar duplicata (engana). [76–78]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AGORA, com a turma olhando. É o fecho da Etapa 3 inteira. Enquanto reconstrói, passe aos princípios. [78–82]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Amarre ao TP2 e ao caso: os três pedidos da gestora foram atendidos. [82–84]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PRINCÍPIOS. [84–86]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 do caso (case-study.md). [86–88]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APROFUNDAMENTO / ponte. [88–89]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a um aluno para resumir. [89–90]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Recolha. Alimenta a Etapa 4 e o fechamento do TP2. [90]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fnet_30a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9549"/>
            <a:ext cx="3108960" cy="803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10312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oogle Sans Text"/>
              </a:rPr>
              <a:t>O painel responde ao usuário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09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Google Sans Text"/>
              </a:rPr>
              <a:t>Projeto de Bloco: Inteligência Artificial Aplicada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Aula 6 · Etapa 3 · Interação dinâmica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Prof. Renan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paramos (Aula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painel saiu do laptop: ambiente declarado, repositório, URL pública.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Ambiente reprodutível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venv + requirements.txt + .gitignore — a receita, não a cópia.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Repositório e deploy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GitHub → Community Cloud. git push = publicar.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Metade do TP2 entregue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Falta o que faz alguém FICAR na página.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Cole a URL do seu app no chat — vamos abrir algumas agora.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A resposta que ninguém previu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gestora abriu o link… e voltou com mais três pedidos.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"Queria olhar só o Nordeste — e comparar com o Sudeste."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painel mostra exatamente o recorte que VOCÊ escolheu.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"Dá para tirar os estados muito pequenos?"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Cada recorte novo exige que você mexa no código e publique de novo.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"Dá para mandar a tabela para a nossa analista?"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link resolveu a distribuição — e criou um gargalo: VOCÊ.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Você virou o intermediário obrigatório de toda pergunta.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 pergunta de hoje: como passar as decisões de recorte para quem usa o painel?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estamos no Projeto de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Ainda na Etapa 3 — segunda metade: subcompetência 2.2, interação dinâmica.</a:t>
            </a:r>
          </a:p>
        </p:txBody>
      </p:sp>
      <p:pic>
        <p:nvPicPr>
          <p:cNvPr id="8" name="Picture 7" descr="trilha_10_etapas_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35224"/>
            <a:ext cx="10241280" cy="2313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Cinco capacidades — e a primeira sustenta todas as outras.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Explicar o modelo de execução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que acontece de verdade quando alguém clica.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Usar o catálogo de widgets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button, radio, checkbox, selectbox, multiselect, slider…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Agrupar entradas em st.form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saber quando o formulário é a escolha ERRADA.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Dar memória ao app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st.session_state para o que atravessa interações.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Tratar fluxo e feedback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st.stop, alertas, spinner, download — falhar com elegância.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No TP2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Aula 5 entregou o link. Hoje entra o que faz alguém ficar mais de 10 segundos nele.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Já feito (Aula 5)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Repositório + app publicado + ciclo de atualização.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Hoje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Parâmetros nas mãos do usuário: filtros, ordenação, exportação.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Falta (Etapa 4)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WebScraping, para fontes sem API — e o TP2 fecha.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Um painel que só o autor consegue re-recortar não é um produto: é um relatório.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1 · A regra que explica tudo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widget devolve um valor — não dispara um evento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Quem vem de JavaScript ou Tkinter procura um callback. Não existe.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regiao = st.selectbox('Região', […])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variável regiao JÁ É a escolha do usuário.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Nenhuma função é registrada; nada é 'ouvido'.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Então como o app sabe que o usuário mexeu?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Não sabe — e não precisa: ele simplesmente RODA TUDO DE NOVO.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Os dois fatos [Richards, p87]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1) Nada é guardado entre reruns, por padrão.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2) A cada entrada do usuário, o script roda de cima para baixo.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Interação = o arquivo inteiro reexecutado com o novo valor.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ciclo, visto por inteiro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Uma regra, três consequências — e elas são o roteiro do resto da aula.</a:t>
            </a:r>
          </a:p>
        </p:txBody>
      </p:sp>
      <p:pic>
        <p:nvPicPr>
          <p:cNvPr id="8" name="Picture 7" descr="diagrama_rerun_stream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prova: o contador que nunca passa de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passo03_rerun.py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contador = 0                      # nasce zerado em TODO rerun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if st.button("Somar 1"):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contador += 1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st.metric("Valor", contador)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Clique 5 vezes. O valor continua 1.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A linha 'contador = 0' roda ANTES do if, sempre.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sobrevive a um rerun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tabela que resolve 90% das dúvidas de Streamlit.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SOBREVIVE: st.session_state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Dicionário global que persiste durante a sessão do usuário [Richards, p91].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SOBREVIVE: resultado de @st.cache_data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o que você já usa desde a Aula 2 — agora com explicação estrutural.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SOBREVIVE: o valor do widget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Ligado à chave dele; o Streamlit o devolve de novo.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NÃO SOBREVIVE: variável comum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Qualquer coisa recalculada no topo do script é refeita do zero.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Em Streamlit, variável comum NÃO é memória. Memória precisa ser pedida.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Uma regra, quatro consequências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Tudo o que vamos usar hoje sai de uma única regra.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Variável comum é zerada a cada rerun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→ st.session_state  (daqui a pouco)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Coleta cara seria refeita a cada rerun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→ @st.cache_data  (já feito na Aula 2)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4 filtros mexidos = 4 reexecuções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→ st.form  (daqui a pouco)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Não faz sentido desenhar a tela agora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→ st.stop()  (daqui a pouco)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Decore a regra, não a lista de funções: as funções são consequência.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O que este código faz? (A7)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total = 0 ; if st.button('Somar 1'): total += 1 ; st.metric('Total', total)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O usuário clica TRÊS vezes. O que aparece em Total?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A) 3     B) 1     C) 0     D) depende da velocidade dos cliques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Vote (30s) → convença o par (2-3 min) → revote → rodamos ao vivo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8 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2 · O catálogo de widgets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Os cinco do capítulo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Cada um devolve um tipo diferente — e é isso que decide como você o usa.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st.button → True só no rerun do clique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Ação pontual ('Favoritar'). [Raghavendra, p114]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🐛 No rerun seguinte volta a False — a mensagem 'some'.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st.radio / st.selectbox → UMA opção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Critério de ordenação; escolher a UF. [Raghavendra, p115, p119]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st.checkbox → True/False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Mostrar ou esconder a tabela. [Raghavendra, p117]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st.multiselect → uma LISTA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Filtrar regiões. Você já usou na Aula 2. [Raghavendra, p121]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tipo de retorno é o contrato: lista pede comprehension, bool pede if.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Widgets aplicados ao Painel 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regioes  = st.multiselect("Regiões", disponiveis, default=disponiveis)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criterio = st.radio("Ordenar por", list(CRITERIOS))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mostrar  = st.checkbox("Mostrar a tabela", value=True)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a lógica não muda: continua Python puro, sem pandas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filtrados = ordenar(filtrar(dados, regioes, minimo), criterio)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st.slider — e uma nota sobre a fonte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capítulo chama-se 'Buttons and Sliders'… e não traz um único exemplo de slider.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o livro entrega no cap. 5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Botão, rádio, checkbox, drop-down, multiselect, download, progresso, spinner.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resumo do próprio autor (p127) NÃO menciona sliders.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 onde vem o que ensinamos aqui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Documentação oficial do Streamlit, verificada no demo desta aula.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Por que isso é conteúdo, e não fofoca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Checar a fonte — inclusive o livro adotado — faz parte do trabalho.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mesmo hábito vale para toda resposta de 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Título de capítulo não é evidência. Rodar 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Slider — e a armadilha do min == 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minimo = st.slider("População mínima", min_value=pop_min,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           max_value=pop_max, value=pop_min, step=100_000)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🐛 se pop_min == pop_max o st.slider LEVANTA EXCEÇÃO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acontece quando os limites vêm dos dados e o filtro esvazia a base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def faixa_populacao(linhas):        # src/transformacoes.py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...                             # garante largura mínima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Entradas do capítulo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Texto, número, data e cor — para quando a escolha não cabe numa lista.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st.number_input('Top N', 0, 27, 10, 1)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Ordem posicional: mínimo, máximo, padrão, passo [Raghavendra, p133–134].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st.text_input(..., max_chars=40, type='password')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Busca; e campo de senha [Raghavendra, p129–131].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Nunca compare com senha escrita no código: st.secrets (Aula 5) [Richards, p191].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st.date_input · st.color_picker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Data de referência do indicador; cor do gráfico [Raghavendra, p120–123].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Todos devolvem tipos Python comuns: int, str, date, tuple. Nada de mágica.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Anti-padrões de interatividade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Os erros clássicos ao dar controles ao usuário.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Painel de avião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12 controles porque 'podiam ser úteis'. Transfira as decisões que IMPORTAM.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Guardar estado em variável comum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Não guarda nada — é a regra do bloco anterior.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Estado decorativo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Guardar uma lista e não fazer nada com ela.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Aconteceu neste demo: um 'Favoritar' que só imprimia siglas.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Controle sem tratamento do caso vazio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Gráfico vazio, métricas zeradas, ou exceção.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Cada widget é uma decisão que você transfere — e uma responsabilidade que você assume.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3 · Formulário, memória e fluxo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Quatro mexidas, quantos reruns?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'the application needs to rerun (…) causing a bad user experience' [Raghavendra, p157].</a:t>
            </a:r>
          </a:p>
        </p:txBody>
      </p:sp>
      <p:pic>
        <p:nvPicPr>
          <p:cNvPr id="8" name="Picture 7" descr="diagrama_form_vs_wi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st.form: enviar em lote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with st.form("filtros"):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regioes  = st.multiselect("Regiões", disponiveis, default=disponiveis)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minimo   = st.slider("População mínima", pop_min, pop_max, pop_min)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criterio = st.radio("Ordenar por", list(CRITERIOS))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mostrar  = st.checkbox("Mostrar a tabela", value=True)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aplicar  = st.form_submit_button("Aplicar filtros")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Quando o formulário é a escolha ERRADA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Agrupar adia o resultado — e isso nem sempre é o que você quer.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Use formulário quando…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…as entradas só fazem sentido JUNTAS (4 filtros de um recorte);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…ou cada rerun custa caro (coleta, modelo, consulta).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NÃO use quando…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…você quer resposta imediata: um único seletor, uma busca ao vivo.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multiselect da Aula 2 não deveria estar num form — era o único controle.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Formulário troca imediatismo por controle. Saiba o que está trocando.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lista que esquece — e como resolver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Favoritar SP, depois RJ, e sobra só ['RJ']: é o exemplo do livro [Richards, p87–90].</a:t>
            </a:r>
          </a:p>
        </p:txBody>
      </p:sp>
      <p:pic>
        <p:nvPicPr>
          <p:cNvPr id="8" name="Picture 7" descr="diagrama_session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st.session_state: dar memória ao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1. INICIALIZAR — só na primeira execução da sessão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if "favoritas" not in st.session_state: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st.session_state.favoritas = []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2. LER e ESCREVER — como num dicionário comum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if st.button("Comparar"):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st.session_state.favoritas.append(uf)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3. e a memória tem de SERVIR para alguma coisa: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comparadas = comparar(dados, st.session_state.favoritas)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Estado precisa de uma RAZÃO de estado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primeira versão deste demo guardava as UFs marcadas… e não fazia nada com elas.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havia antes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Um botão 'Favoritar' que imprimia: Favoritas: SP · RJ · MG.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Código certo, recurso inútil — o 'painel de avião' desta mesma aula.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Por que isso é pior do que parece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session_state decorativo DESTRÓI o próprio argumento.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some ao mudar o filtro e ninguém sente falta, variável comum bastava.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que o comparador faz agora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% da população do Brasil · posição no ranking nacional · distância para a maior marcada.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lê a base COMPLETA: marque SP e AC, filtre só o Sudeste — o AC continua lá.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Teste antes de criar estado: o que o usuário perde se isso sumir a cada rerun?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⚠️ APIs do livro que envelheceram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livro-texto é de 2023. Cinco funções mudaram de nome — use a coluna da direita.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@st.cache  →  @st.cache_data / @st.cache_resource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Dados × conexões e modelos [Richards, p83].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@st.experimental_memo  →  @st.cache_data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@st.experimental_singleton  →  @st.cache_resource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st.experimental_rerun()  →  st.rerun()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st.experimental_show()  →  st.write() para depurar [Richards, p80].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lição maior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Livro, tutorial e resposta de IA envelhecem.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Rode, leia o aviso de descontinuação, confira na documentação.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Peça à IA qual versão ela está assumindo — metade dos exemplos usa a API velha.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st.stop: responder bem ao caso vazio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if not filtrados: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st.warning("Nenhuma UF atende a esses filtros. Diminua a 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       "população mínima ou selecione mais regiões.")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st.stop()      # nada abaixo é executado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sem isto: gráfico vazio, métricas zeradas — uma tela sem sentido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Feedback: o usuário nunca fica no escuro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Interatividade também é contar o que está acontecendo — e deixar levar o resultado.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st.spinner / st.progress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Espera visível na coleta e em processos por etapas [Raghavendra, p125–126].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st.success / info / warning / error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Confirmação, contexto, atenção, falha [Raghavendra, p176].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st.download_button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usuário leva a tabela filtrada embora [Raghavendra, p123].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No demo: CSV gerado em memória com o módulo csv — sem pandas.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Era o terceiro pedido da gestora: 'dá para mandar a tabela para a analista?'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a lógica mora: três camadas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interface expõe parâmetros; ela não deveria saber filtrar.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src/data_access.py — dados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 onde vêm (API do IBGE + fallback).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src/transformacoes.py — lógica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filtrar, ordenar, para_csv: funções puras, sem importar Streamlit.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Rodam no terminal: python -m src.transformacoes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app.py — interface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Só decide o que perguntar ao usuário e o que mostrar.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Testar filtrar() é fácil; testar app.py é difícil. Por isso separamos.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Conserte o comparador (A8)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O trecho no slide tem TRÊS defeitos. Em duplas: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1) ache os três e escreva o SINTOMA que o usuário veria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2) reescreva corrigido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3) marque qual QUEBRA o app e qual apenas o faz ENGANAR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10 min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 agora, ao vivo: publicar a v4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add .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commit -m "v4: filtros em formulário, favoritas e download"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push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recarregue a URL da Aula 5 em 1-2 minutos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ambiente (a5) -&gt; repositório (a5) -&gt; deploy (a5) -&gt; iteração (hoje)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mesmo link, agora explorável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Nenhuma linha de coleta mudou. Mudou quem decide o recorte.</a:t>
            </a:r>
          </a:p>
        </p:txBody>
      </p:sp>
      <p:pic>
        <p:nvPicPr>
          <p:cNvPr id="8" name="Picture 7" descr="preview_painel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Princípios que levamos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Quatro ideias que valem para qualquer interface de dados.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widget é uma expressão, não um evento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Entendido o rerun, o resto do Streamlit é consequência.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Estado explícito — e justificado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que atravessa interações vai para st.session_state, num lugar só.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você não sabe dizer o que se perde sem ele, não é estado: é enfeite.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Degradar com elegância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Todo controle exige resposta para TODAS as escolhas, inclusive as vazias.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interface expõe parâmetros; a lógica fica isolada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dados → lógica →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Interatividade é responsabilidade: quem oferece o controle responde pela escolha.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O caso, em 3 lições (v4)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que construir a v4 de verdade ensinou.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widget não é um evento: é um valor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partir daí, nada no Streamlit precisa ser decorado.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Memória precisa ser pedida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session_state para o que atravessa; cache para o que é caro; variável para o resto.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Interatividade é responsabilidade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defeito que ENGANA é pior que o que quebra — ninguém o descobre.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todo controle tem de responder: para que ele serve?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Um app que mente é mais perigoso que um app que falha.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Para a próxima etapa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E quando o dado que a gestora quer NÃO tiver API?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WebScraping (Etapa 4)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Extrair de páginas HTML — e o TP2 se fecha.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Seu TP2 agora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Exponha os parâmetros do SEU recorte e publique.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 Etapa 3 está completa: ambiente, publicação e interação.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Em 3 frases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mapa mental da Aula 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script roda inteiro a cada interação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widget devolve um valor; nada é 'ouvido'.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Memória e lotes são explícitos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st.session_state guarda; st.form agrupa.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Responda a todas as escolhas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st.stop + aviso acionável; feedback e download.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Da URL pública (Aula 5) ao painel que qualquer pessoa explora (hoje).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Bilhete de saída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Qual parâmetro do SEU painel faz mais sentido entregar ao usuário — e por quê?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Ele deveria estar num formulário ou solto?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3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