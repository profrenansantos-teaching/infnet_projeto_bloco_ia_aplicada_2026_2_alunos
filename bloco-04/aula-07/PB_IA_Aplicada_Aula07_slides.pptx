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Só comece este deck depois de fechar a Aula 6 (bloco B0, 25 min). Cronometre o B0 de verdade. [25]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v5 (case-study.md). [ASK: onde vocês procurariam a API?] [BOARD: API = contrato · página HTML = você lendo por cima do ombro de alguém] [25–28]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qual das quatro linhas é a mais perigosa? → a última: a API avisa quando quebra (404, 500); a página quebra em SILÊNCIO, devolvendo lista vazia.] [28–30]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Progressão: Aula 2 coletou de quem entrega; hoje coletamos de quem não entrega. [30–32]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Transversal: IA como copiloto — hoje com uma ressalva forte (slide do que a IA erra). [32–34]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[34–35]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Duas das três fontes tentadas neste material morreram aqui. Nenhuma por erro de programação. 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[BOARD: robots.txt = baixar · licença = publicar. São perguntas diferentes.] [35–38]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AO VIVO — passo01_permissao.py, 40 segundos. [ASK: por que isso está na biblioteca PADRÃO, e não num pacote de scraping?] O livro usa exatamente RobotFileParser + can_fetch() [Chapagain, p102]. [38–41]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como história. [ASK: quantas horas essa verificação economizou?] [41–45]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186 s é medido, não estimado. Ele volta no §4 como argumento de arquitetura. [45–47]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 regra do curso (IA como copiloto) com um teste concreto. 1 minuto, mas diga. [47–48]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D — são CINCO. (1) a URL é proibida pelo robots.txt (Disallow: */news/), (2) User-Agent mentiroso, (3) sem raise_for_status, (4) sem pausa, (5) sem snapshot. Gabarito completo em activities-key.md. O valor está na LISTA, não no voto. [48–50]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sim, código — guiado. Os passos já existem e foram testados. [50]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mapa do resto da aula. O laço embaixo é o segundo nível (crawling). [50–52]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ao vivo. Mostre o HTML cru: 'isto é TEXTO; HTML é só um acordo sobre como marcar esse texto'. [52–55]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[BOARD: quebra × engana — a raspagem quase sempre falha do segundo jeito] [55–57]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REFERÊNCIA — está no student-guide. Corte se o tempo apertar. [ref]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passo03_sopa.py: ele funciona SEM rede (usa o snapshot, ou um HTML de brinquedo embutido). [57–61]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por que procurar o LINK e perguntar se ele tem título, e não o contrário? → porque é o link que precisamos para o segundo nível.] Os números são reais. [61–65]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REFERÊNCIA, mas é o melhor momento de leitura crítica da aula: o livro recomenda lxml e nós não usamos — e o aluno vê POR QUÊ. Coerente com 'o que se importa, se declara' (Aula 5). [ref]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src/coleta_web.py rodando com --rapido (1 seção, 2 matérias, ~30 s): os 10 s de pausa aparecem na tela e a turma SENTE o Crawl-delay. [65–72]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o passo 4: ele imprime ANTES -&gt; DEPOIS com repr(), e o \xa0 fica visível. [ASK: por que a regex e não fatiar depois de 'Publicado em'? → se o rótulo mudar, o fatiamento quebra e a regex não.] [72–76]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a distinção quebra × engana da Aula 6. [76–78]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e se o app raspasse a cada rerun? → quebraria o pedido do site na primeira interação de qualquer usuário.] E a razão maior está no próximo slide. [78–81]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[BOARD: coleta é uma ETAPA, não um recurso do app] [81–83]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por que o rodapé precisa citar a EBC? → a licença é Creative Commons ATRIBUIÇÃO: reutilizar exige citar.] Mostre rodando, se der. [83–85]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de anti-padrões. Todos estão no student-guide com a coluna 'por que dói'. [85–86]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o git push da Aula 6 não coube no B0, faça ESTE: vale pelos dois arcos. Enquanto reconstrói (1–2 min), passe aos princípios. [86–88]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[88–89]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[89–90]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REFERÊNCIA (ponte). [ref]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Recolha. É a preparação da Aula 8 — e mostra quem ainda não escolheu fonte. [90]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Quando não existe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oogle Sans Text"/>
              </a:rPr>
              <a:t>Projeto de Bloco: Inteligência Artificial Aplicada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Aula 7 · Etapa 4 · Extração de conteúdo web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 pedido que não tem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gestora abriu o painel interativo — e voltou com uma pergunta diferente.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"Quando eu apresento no conselho, me perguntam: e o que está acontecendo AGORA?"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População de 2025 não responde a isso.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Ela quer o que a imprensa está publicando, ao lado dos indicadores.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Você faz o que aprendeu na Aula 2: procura a API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descobre o que quase toda coleta descobre: NÃO EXISTE.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IBGE publica população em JSON. Notícia, ninguém publica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Nenhum site vai montar um endpoint só porque seria conveniente para você.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pergunta de hoje: como transformar uma página feita para OLHOS em uma tabela?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Duas fontes, dois contratos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O que muda da Aula 2 para hoje — e a última linha é a perigosa.</a:t>
            </a:r>
          </a:p>
        </p:txBody>
      </p:sp>
      <p:pic>
        <p:nvPicPr>
          <p:cNvPr id="8" name="Picture 7" descr="diagrama_api_vs_scra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Etapa 4, primeira metade: subcompetência 2.4. E o TP2 FECHA nesta etapa.</a:t>
            </a:r>
          </a:p>
        </p:txBody>
      </p:sp>
      <p:pic>
        <p:nvPicPr>
          <p:cNvPr id="8" name="Picture 7" descr="trilha_10_etapas_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35224"/>
            <a:ext cx="10241280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e a primeira não é sobre programar.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Verificar se você PODE raspar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robots.txt, Crawl-delay e licença — antes do código.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Baixar com requests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Ler o status HTTP e gravar o snapshot antes de processar.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Extrair com BeautifulSoup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find · find_all · select · get_text.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Limpar e gravar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CSV/TXT em data/, com guarda contra resultado vazio.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Justificar a arquitetura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Por que a coleta roda FORA do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No TP2 — a etapa que FECHA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enunciado é literal. Leia com a turma.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"Utilize a ferramenta Beautiful Soup para extrair conteúdo de páginas web."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 subcompetência 2.4 — o que fazemos hoje.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"Execute esses códigos SEPARADAMENTE e armazene em CSV e/ou TXT em data/."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enunciado já manda separar coleta de uso. Vamos ver por quê — e a razão é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melhor do que 'porque o enunciado mandou'.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"Posteriormente, utilize esses dados para alimentar a interface."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Isso é a Aula 8: upload, cache e estado. Aí o TP2 fecha.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Etapa 3 abriu a Competência 2. A Etapa 4 fecha — e o TP2 vai junto.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A primeira pergunta não é técnica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Três perguntas antes da primeira linha de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Nenhuma delas se responde no editor.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Posso baixar?  →  site.com/robots.txt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Pedido explícito do dono do site, num formato legível por máquina.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"Seguir as diretivas do robots.txt é DEVER ÉTICO de todo desenvolvedor" [Chapagain, p100]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 quanto em quanto tempo?  →  Crawl-delay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ritmo que ele aceita. Vai DECIDIR a arquitetura do seu programa.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Posso publicar o que baixei?  →  a LICENÇA do conteúdo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Pergunta diferente, e independente: direito autoral não está no robots.txt.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Dá para ter permissão de baixar e não ter permissão de republicar.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robots.txt responde 'posso BAIXAR?'. A licença responde 'posso PUBLICAR?'.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biblioteca padrão já sabe ler robots.txt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passo01_permissao.py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from urllib.robotparser import RobotFileParser   # vem COM o Python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regras = RobotFileParser()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regras.parse(requests.get(f"{SITE}/robots.txt").text.splitlines())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regras.can_fetch(AGENTE, SITE + "/meio-ambiente")   # True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regras.can_fetch(AGENTE, SITE + "/cron.php")        # False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regras.crawl_delay(AGENTE)                          # 10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Zero dependência nova. A pergunta é anterior a qualquer ferramenta.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É o mesmo caminho do livro-texto:  [Chapagain, p102]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Os dois alvos que morreram aqui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História real deste material, de 02/09/2026. Nenhuma das duas mortes foi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Alvo 1 · Agência IBGE Notícias  →  HTTP 403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Mesma instituição da API que o painel já usa. Parecia perfeito.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Bloqueio de IP é a 2ª das três reações que o livro lista [Chapagain, p100].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Alvo 2 · ONU News, seção ODS  →  robots.txt: Disallow: */news/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Tema perfeito, HTML limpo, HTTP 200. Ia funcionar.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servidor teria entregue sem reclamar: robots.txt NÃO É CADEADO, é PEDIDO.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Alvo 3 · Agência Brasil (EBC)  →  200, permitido, CC Atribuição 3.0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Crawl-delay: 10 s. Reutilizável CITANDO a fonte — daí a coluna `fonte` no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Três reações possíveis do site: CAPTCHA · bloqueio de IP · ação legal [Chapagain, p100].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Identifique-se de verdade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User-Agent é a sua carteira de identidade na requisição.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AGENTE = "INFNET-PB-IA/1.0 (material didatico; contato: professor)"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Quem é · para quê · como avisar se você estiver incomodando.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ANTI-PADRÃO: copiar a assinatura de um Chrome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primeiro passo de quem decidiu ignorar o dono do site.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é autodestrutivo: quando bloquearem, ninguém sabe a quem liberar.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Crawl-delay: 10 s muda o DESENHO do programa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3 seções + 15 matérias = 18 requisições = 186 segundos, medidos.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esse número, raspar dentro de um app interativo é impossível.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Restrição externa não é obstáculo a contornar: é requisito a incorporar.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⚠️ O que a IA erra aqui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Peça um scraper a qualquer assistente e confira estas três linhas.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Quase nunca lê o robots.txt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Ele não sabe se você pode — e não pergunta.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Quase nunca chama raise_for_status()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código roda feliz contra uma página de erro.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Quase nunca faz pausa entre requisições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Rajada no servidor alheio, no seu nome.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Código sintaticamente certo e profissionalmente errado. Quem responde é você.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Este scraper pode rodar? (A9)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O código roda sem erro e imprime 20 títulos de news.un.org/pt/news/topic/sdgs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User-Agent: 'Mozilla/5.0 Chrome/120' · sem pausa · sem checar status · sem snapshot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Quantos problemas SÉRIOS existem aqui?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A) Nenhum      B) Um      C) Dois      D) Quatro ou mais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Voto (30 s) → convença o par (2 min) → revoto. Liste os problemas, não só vote.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6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Do texto à estrutura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caminho da coleta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Seis etapas — e a primeira não tem código nenhum.</a:t>
            </a:r>
          </a:p>
        </p:txBody>
      </p:sp>
      <p:pic>
        <p:nvPicPr>
          <p:cNvPr id="8" name="Picture 7" descr="diagrama_pipeline_scra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Baixar uma vez — e LER o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passo02_baixar_e_guardar.py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resposta = requests.get(URL, headers={"User-Agent": AGENTE}, timeout=30)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print(resposta.status_code)        # LEIA. Sempre.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resposta.raise_for_status()        # 403/404/500 param AQUI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resposta.encoding = resposta.apparent_encoding or "utf-8"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DESTINO.write_text(resposta.text, encoding="utf-8")   # o SNAPSHOT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 partir daqui, o passo 3 lê ESTE arquivo.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O servidor dos outros não é o seu disco.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🐛 O 403 que o BeautifulSoup engoliu sorrindo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tropeço mais caro do build — meia hora perdida no seletor errado.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script rodava sem erro e devolvia ZERO notícias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Nenhuma exceção. Nenhum aviso. Lista vazia.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causa: o 403 vem COM uma página de erro em HTML válido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BeautifulSoup processou aquilo alegremente, procurou os títulos e não achou.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correção tem 24 caracteres: resposta.raise_for_status()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Antes de parsear. Sempre.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Sem checar o status, você depura o seletor CERTO contra a página ERRADA.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Os códigos HTTP que você vai encontrar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Cada um pede uma reação diferente — e nenhuma delas é 'insistir'.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200 · deu certo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Siga.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403 · o servidor RECUSOU você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Outra fonte, ou pedir acesso. Não insista.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404 · a URL não existe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Confira o endereço; pode ter mudado.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429 · você está pedindo rápido demais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Aumente a pausa. Ele está pedindo educação.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500+ · problema do servidor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Tente mais tarde; use o snapshot anterior.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Guardar o snapshot é o que permite continuar trabalhando quando o site sai do 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sopa: quatro operações resolvem 90%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passo03_sopa.py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sopa = BeautifulSoup(html, "html.parser")   # o parser vem com o Python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sopa.find("h1")                  # o PRIMEIRO que casar -&gt; tag ou None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sopa.find_all("a", href=True)    # TODOS                -&gt; lista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sopa.select("div.box-texto")     # seletor CSS          -&gt; lista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tag.get_text(" ", strip=True)    # só o texto           -&gt; str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As duas regras que evitam metade dos bugs: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find devolve None quando não acha        [Chapagain, p135]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find_all devolve LISTA VAZIA quando não casa  [Chapagain, p137]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.get_text() em None é AttributeError. PERGUNTE antes de usar.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Do link para o título — quem manda é o que você quer levar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passo03_sopa.py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for link in sopa.find_all("a", href=True):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if "/noticia/" not in link["href"]:      # atributo = dicionário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continue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titulo = link.find(["h1", "h2", "h3"])   # o título está DENTRO do link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if titulo is None: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continue                              # link de imagem: ignore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print(titulo.get_text(" ", strip=True), link["href"])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170 links na página -&gt; 27 apontam para /noticia/ -&gt; 5 manchetes distintas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(a mesma matéria aparece 2x: destaque + lista)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find_all × select · e onde discordamos do livro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Duas escolhas que aparecem em todo tutorial — e nenhuma delas é dogma.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find_all × select: chegam ao mesmo lugar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select() equivale a find_all(); select_one() equivale a find() [Chapagain, p138].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Use o mais claro. Filtrar em PYTHON lê e depura melhor que um seletor gigante.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⚠️ Aqui o curso DISCORDA do livro-texto — de propósito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"lxml is recommended as the best parser… because of its memory and speed" [Chapagain, p132]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Nós usamos html.parser, que é EMBUTIDO no Python [Chapagain, p132].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discordamos, e quando voltaríamos atrás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app vai para o Community Cloud: cada dependência é mais uma para instalar e quebrar.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Trocaríamos quando a velocidade virasse problema MEDIDO — e aí o livro diz qual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Discordar da fonte com um motivo declarado é leitura crítica. Sem motivo, é desleixo.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Dois níveis — isto é web crawling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listagem dá a manchete. A data exata e o texto estão dentro da matéria.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Nível 1 · página de seção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5 manchetes + os links de cada uma.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Nível 2 · página da matéria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h1 (título) · div.data (data) · div.conteudo-noticia (texto completo).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Seguir o link e repetir a extração: é isso que se chama crawling.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 exige pausa entre as requisições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18 requisições × 10 s = 186 s. Medido, não estimado.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texto completo é a matéria-prima da nuvem de palavras que o TP2 pede (Aula 8).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Limpar é METADE do trabalho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passo04_limpar_e_gravar.py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DOM imperfeito -&gt; conteúdo incompleto -&gt; limpeza ou rejeição [Chapagain, p129]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o que sai da página: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  'Rio terá dia de chuva\xa0e mar de ressaca'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  'Publicado em   02/09/2026 - 07:02'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limpar_texto(bruto):        # \xa0 = espaço que NÃO quebra linha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return re.sub(r"\s+", " ", bruto.replace("\xa0", " ")).strip()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limpar_data(bruto):         # ancorado no FORMATO, não na posição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achado = re.search(r"(\d{2}/\d{2}/\d{4})\s*-\s*(\d{2}:\d{2})", bruto)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return f"{achado.group(1)} {achado.group(2)}" if achado else ""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guarda que salva a coleta anterior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Zero linhas é quase sempre seletor quebrado — não site vazio.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if not linhas: raise SystemExit('...NÃO vou gravar')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find_all devolve "an empty list() object if the query doesn't match" [Chapagain, p137]: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seletor quebrado NÃO levanta erro. Sem a guarda, o CSV bom é sobrescrito.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newline="" no open() — sete caracteres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ele, no Windows, o csv escreve uma linha em branco entre cada registro.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modo de falhar do scraping é o SILÊNCIO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Quebra aparece na hora, com rastro. Engana você descobre tarde.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Ler o status · guardar o snapshot · checar antes de gravar. Três hábitos simples.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coleta é uma ETAPA, não um recurso do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Por que src/coleta_web.py NÃO é importado pelo app.py.</a:t>
            </a:r>
          </a:p>
        </p:txBody>
      </p:sp>
      <p:pic>
        <p:nvPicPr>
          <p:cNvPr id="8" name="Picture 7" descr="diagrama_coleta_vs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razão maior — e ela não é o Crawl-delay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Crawl-delay torna obrigatório. Isto torna certo.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seletor VAI quebrar um dia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estrutura da página é escolha do dono, e ele não te avisa quando muda.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 isso derrubar o painel publicado, o problema virou do usuário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a coleta separada, o app segue no ar mostrando a última coleta boa.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Três camadas — as mesmas da Aula 6, com uma fonte nova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coleta_web.py (raspa, à parte) → noticias.py (lê) → app.py (mostra).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app.py da v5 NUNCA toca na rede para buscar notícia.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fragilidade da raspagem não pode virar fragilidade do produto.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painel v5: duas fontes na mesma tela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Em cima, IBGE via API. Embaixo, imprensa via WebScraping — com o crédito da licença.</a:t>
            </a:r>
          </a:p>
        </p:txBody>
      </p:sp>
      <p:pic>
        <p:nvPicPr>
          <p:cNvPr id="8" name="Picture 7" descr="preview_painel_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Anti-padrões desta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Cada um deles custou tempo real na construção deste material.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Rodar 30x ajustando o seletor, batendo no site toda vez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Usa o servidor dos outros como disco. Baixe uma vez, grave, depure no arquivo.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Nem o exemplo do livro-texto tem pausa, status ou snapshot [Chapagain, p140–143].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User-Agent de Chrome · parsear sem checar o status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primeiro é mentira; o segundo faz você depurar a página errada.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Gravar por cima com resultado vazio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Destrói a última coleta boa — e o painel publicado abre sem nada.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Raspar dentro do app.py · publicar sem ver a licença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primeiro viola o Crawl-delay; o segundo é problema jurídico, não técnico.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 agora, ao vivo: publicar a v5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add 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commit -m "v5: coleta web da Agencia Brasil + secao de noticias"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push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.gitignore: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  data/raw/*.html      NÃO sobe — conteúdo de terceiros, MB, regenerável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  data/processed/      SOBE — é dele que o app publicado vive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Princípios que levamos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Quatro frases que sobrevivem à próxima biblioteca de scraping.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Pedir licença antes de pegar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robots.txt, Crawl-delay, licença — nessa ordem, antes do código.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Baixar uma vez, processar muitas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snapshot é economia, educação e PROVA do que a página dizia.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Limpar é metade do trabalho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Extrair é fácil; o que alimenta um painel é o dado limpo.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 e uso são etapas separadas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raspagem vai quebrar; o produto não pode quebrar junto.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 caso, em 3 lições (v5)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a v5 ensinou, na ordem em que doeu.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primeira pergunta do scraping não é técnica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Duas de três fontes morreram em 'posso?', nenhuma por erro de código.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Você não extrai de uma página: extrai de uma ESTRUTURA que alguém escolheu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Ela muda sem avisar, e o seu código para EM SILÊNCIO.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Restrição externa não é obstáculo a contornar: é requisito a incorporar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Uma linha do robots.txt mudou a arquitetura do projeto inteiro.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Na Aula 8: o CSV da SUA coleta entra no painel. Upload, cache, estado — e o TP2 fecha.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Para a próxima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Etapa 4 fecha o TP2 — e o que falta é fazer o dado circular.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2.3 · upload e download de arquivos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st.file_uploader: o usuário envia o CSV DELE e o painel usa.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2.5 · cache e estado de sessão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@st.cache_data para não repetir trabalho caro; session_state para atravessar reruns.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 a nuvem de palavras que o enunciado pede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Sobre o texto que a coleta de hoje gravou em noticias_texto.txt.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Qual página a SUA aplicação vai raspar?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Cole a URL do robots.txt dela e responda: posso? qual o Crawl-delay? qual a licença?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Quem chegar na Aula 8 com a fonte verificada tem o que enviar no st.file_uploader.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